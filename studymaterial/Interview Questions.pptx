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59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saurabhjha.live/study_materia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saurabhjha.live/study_material" TargetMode="Externa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saurabhjha.live/study_mate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7005" y="2714308"/>
            <a:ext cx="9144000" cy="2387600"/>
          </a:xfrm>
        </p:spPr>
        <p:txBody>
          <a:bodyPr/>
          <a:lstStyle/>
          <a:p>
            <a:r>
              <a:rPr lang="en-IN" alt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Interview Questions</a:t>
            </a:r>
            <a:endParaRPr lang="en-IN" altLang="en-US" sz="8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Picture 3" descr="download__5_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240" y="553720"/>
            <a:ext cx="6399530" cy="2559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Subscribe Please</a:t>
            </a:r>
            <a:endParaRPr lang="en-IN" altLang="en-US" sz="4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98345"/>
            <a:ext cx="10515600" cy="4005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Infosys Interview Coding Question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78880" y="1825625"/>
            <a:ext cx="5017770" cy="4351655"/>
          </a:xfrm>
        </p:spPr>
        <p:txBody>
          <a:bodyPr/>
          <a:p>
            <a:pPr marL="514350" indent="-514350">
              <a:buFont typeface="+mj-lt"/>
              <a:buAutoNum type="arabicPeriod" startAt="8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Minimum Coins 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Best Time to Buy and Sell Stock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Climbing Stairs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965200" y="1952625"/>
            <a:ext cx="501777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altLang="en-US" sz="3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Dynamic Programming</a:t>
            </a:r>
            <a:endParaRPr lang="en-IN" altLang="en-US" sz="3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Frog Jump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Ninja's Training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House Robber 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Unique Paths 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Triangle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Subset Sum Equals to Target 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US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0/1 Knapsack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tooltip="" action="ppaction://hlinkfile"/>
              </a:rPr>
              <a:t>https://saurabhjha.live/study_material</a:t>
            </a:r>
            <a:endParaRPr lang="en-US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Infosys Interview Coding Question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Dynamic Programming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925" y="2273935"/>
            <a:ext cx="8900160" cy="42500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495290" y="179832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Infosys Interview Coding Question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I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  <a:endParaRPr lang="en-IN" altLang="en-US" sz="40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BFS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DFS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Island 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Rotten Oranges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Detect Cycle 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742950" indent="-742950">
              <a:buAutoNum type="arabicPeriod"/>
            </a:pPr>
            <a:r>
              <a:rPr lang="en-I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World Leader 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985" y="2414270"/>
            <a:ext cx="5181600" cy="4351338"/>
          </a:xfrm>
        </p:spPr>
        <p:txBody>
          <a:bodyPr/>
          <a:p>
            <a:pPr marL="514350" indent="-514350">
              <a:buFont typeface="+mj-lt"/>
              <a:buAutoNum type="arabicPeriod" startAt="7"/>
            </a:pPr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Dijikstra  Algorithum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Print Shortest Path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prim’s Algo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No Ways to reach Destination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Infosys Interview Coding Question</a:t>
            </a:r>
            <a:endParaRPr lang="en-I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638935" y="1430655"/>
            <a:ext cx="9097010" cy="48069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39055" y="6312535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Infosys Interview Coding Question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I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LInkedlist</a:t>
            </a:r>
            <a:r>
              <a:rPr lang="en-IN" altLang="en-US"/>
              <a:t> </a:t>
            </a:r>
            <a:endParaRPr lang="en-IN" altLang="en-US"/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Doubly LinkedList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Cycle Detection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Remove Nth Node From the Linkedlist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merge 2 sorted list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Binary Tree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preorder, inorder, postorder traversal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Maximum Depth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Botto, top , side View</a:t>
            </a: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AutoNum type="arabicPeriod"/>
            </a:pPr>
            <a:endParaRPr lang="en-I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Infosys Interview Coding Question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IN" altLang="en-US" sz="3600" b="1"/>
              <a:t>Arrays</a:t>
            </a:r>
            <a:endParaRPr lang="en-IN" altLang="en-US" sz="3600" b="1"/>
          </a:p>
          <a:p>
            <a:pPr marL="742950" indent="-742950">
              <a:buAutoNum type="arabicPeriod"/>
            </a:pPr>
            <a:r>
              <a:rPr lang="en-IN" altLang="en-US"/>
              <a:t>Longest Subarray with K sum</a:t>
            </a:r>
            <a:endParaRPr lang="en-IN" altLang="en-US"/>
          </a:p>
          <a:p>
            <a:pPr marL="742950" indent="-742950">
              <a:buAutoNum type="arabicPeriod"/>
            </a:pPr>
            <a:r>
              <a:rPr lang="en-IN" altLang="en-US"/>
              <a:t>2 Sum, 3 Sum</a:t>
            </a:r>
            <a:endParaRPr lang="en-IN" altLang="en-US"/>
          </a:p>
          <a:p>
            <a:pPr marL="742950" indent="-742950">
              <a:buAutoNum type="arabicPeriod"/>
            </a:pPr>
            <a:r>
              <a:rPr lang="en-IN" altLang="en-US"/>
              <a:t>Kadane’s Algorithum</a:t>
            </a:r>
            <a:endParaRPr lang="en-IN" altLang="en-US"/>
          </a:p>
          <a:p>
            <a:pPr marL="742950" indent="-742950">
              <a:buAutoNum type="arabicPeriod"/>
            </a:pPr>
            <a:r>
              <a:rPr lang="en-IN" altLang="en-US"/>
              <a:t>pascal Tringle</a:t>
            </a:r>
            <a:endParaRPr lang="en-IN" altLang="en-US"/>
          </a:p>
          <a:p>
            <a:pPr marL="742950" indent="-742950">
              <a:buAutoNum type="arabicPeriod"/>
            </a:pPr>
            <a:r>
              <a:rPr lang="en-IN" altLang="en-US"/>
              <a:t>Find Missing and Repeting</a:t>
            </a:r>
            <a:endParaRPr lang="en-I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IN" altLang="en-US" sz="3600" b="1"/>
              <a:t>Stack and Queue</a:t>
            </a:r>
            <a:endParaRPr lang="en-IN" altLang="en-US" sz="3600" b="1"/>
          </a:p>
          <a:p>
            <a:pPr marL="514350" indent="-514350">
              <a:buAutoNum type="arabicPeriod"/>
            </a:pPr>
            <a:r>
              <a:rPr lang="en-IN" altLang="en-US"/>
              <a:t>Next Greter Element</a:t>
            </a:r>
            <a:endParaRPr lang="en-IN" altLang="en-US"/>
          </a:p>
          <a:p>
            <a:pPr marL="514350" indent="-514350">
              <a:buAutoNum type="arabicPeriod"/>
            </a:pPr>
            <a:r>
              <a:rPr lang="en-IN" altLang="en-US"/>
              <a:t>Sliding Window Maximum</a:t>
            </a:r>
            <a:endParaRPr lang="en-IN" altLang="en-US"/>
          </a:p>
          <a:p>
            <a:pPr marL="514350" indent="-514350">
              <a:buAutoNum type="arabicPeriod"/>
            </a:pPr>
            <a:r>
              <a:rPr lang="en-IN" altLang="en-US"/>
              <a:t>Astroid Collisons</a:t>
            </a:r>
            <a:endParaRPr lang="en-IN" altLang="en-US"/>
          </a:p>
          <a:p>
            <a:pPr marL="514350" indent="-514350">
              <a:buAutoNum type="arabicPeriod"/>
            </a:pPr>
            <a:r>
              <a:rPr lang="en-IN" altLang="en-US"/>
              <a:t>Remove K Digit</a:t>
            </a:r>
            <a:endParaRPr lang="en-IN" altLang="en-US"/>
          </a:p>
          <a:p>
            <a:pPr marL="514350" indent="-514350">
              <a:buAutoNum type="arabicPeriod"/>
            </a:pPr>
            <a:r>
              <a:rPr lang="en-IN" altLang="en-US"/>
              <a:t>perfect Bracket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CS Fundamentals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OOPS (Object-Oriented Programming)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Class &amp; Object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Encapsulation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Abstraction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Inheritance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Polymorphism</a:t>
            </a:r>
            <a:endParaRPr lang="en-US" altLang="en-US"/>
          </a:p>
          <a:p>
            <a:pPr marL="514350" indent="-514350">
              <a:buAutoNum type="arabicPeriod"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en-US"/>
              <a:t>DBMS (Database Management System)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Keys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Normalization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ACID Properties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IN" altLang="en-US"/>
              <a:t>CAP Theorms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CS Fundamentals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 sz="3600"/>
              <a:t>Operating System (OS)</a:t>
            </a:r>
            <a:endParaRPr lang="en-US" altLang="en-US" sz="3600"/>
          </a:p>
          <a:p>
            <a:pPr marL="742950" indent="-742950">
              <a:buAutoNum type="arabicPeriod"/>
            </a:pPr>
            <a:r>
              <a:rPr lang="en-US" altLang="en-US" sz="3600"/>
              <a:t>Process vs Thread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Process States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CPU Scheduling Algorithms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Deadlock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Memory Management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Context Switching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en-US" sz="3600"/>
              <a:t>Computer Networks (CN)</a:t>
            </a:r>
            <a:endParaRPr lang="en-US" altLang="en-US" sz="3600"/>
          </a:p>
          <a:p>
            <a:pPr marL="742950" indent="-742950">
              <a:buAutoNum type="arabicPeriod"/>
            </a:pPr>
            <a:r>
              <a:rPr lang="en-US" altLang="en-US"/>
              <a:t>OSI Model (7 Layers)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TCP vs UDP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IP Addressing</a:t>
            </a:r>
            <a:endParaRPr lang="en-US" altLang="en-US"/>
          </a:p>
          <a:p>
            <a:pPr marL="742950" indent="-742950">
              <a:buAutoNum type="arabicPeriod"/>
            </a:pPr>
            <a:r>
              <a:rPr lang="en-US" altLang="en-US"/>
              <a:t>Three-Way Handshake (TCP)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SQL Questions</a:t>
            </a:r>
            <a:endParaRPr lang="en-I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IN" altLang="en-US"/>
              <a:t>Where Clause </a:t>
            </a:r>
            <a:endParaRPr lang="en-IN" altLang="en-US"/>
          </a:p>
          <a:p>
            <a:r>
              <a:rPr lang="en-IN" altLang="en-US"/>
              <a:t>Joins Multiple Table</a:t>
            </a:r>
            <a:endParaRPr lang="en-IN" altLang="en-US"/>
          </a:p>
          <a:p>
            <a:r>
              <a:rPr lang="en-IN" altLang="en-US"/>
              <a:t>Aggregate Functions</a:t>
            </a:r>
            <a:endParaRPr lang="en-IN" altLang="en-US"/>
          </a:p>
          <a:p>
            <a:r>
              <a:rPr lang="en-IN" altLang="en-US"/>
              <a:t>Group By</a:t>
            </a:r>
            <a:endParaRPr lang="en-IN" altLang="en-US"/>
          </a:p>
          <a:p>
            <a:r>
              <a:rPr lang="en-IN" altLang="en-US"/>
              <a:t>Having </a:t>
            </a:r>
            <a:endParaRPr lang="en-IN" altLang="en-US"/>
          </a:p>
          <a:p>
            <a:r>
              <a:rPr lang="en-IN" altLang="en-US"/>
              <a:t>Sub-Query</a:t>
            </a:r>
            <a:endParaRPr lang="en-IN" altLang="en-US"/>
          </a:p>
          <a:p>
            <a:r>
              <a:rPr lang="en-IN" altLang="en-US"/>
              <a:t>Window Functions</a:t>
            </a:r>
            <a:endParaRPr lang="en-I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IN" altLang="en-US"/>
              <a:t>Ranks</a:t>
            </a:r>
            <a:endParaRPr lang="en-IN" altLang="en-US"/>
          </a:p>
          <a:p>
            <a:r>
              <a:rPr lang="en-IN" altLang="en-US"/>
              <a:t>Nth Salary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139055" y="6177280"/>
            <a:ext cx="635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Download this document: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1" action="ppaction://hlinkfile"/>
              </a:rPr>
              <a:t>https://saurabhjha.live/study_material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WPS Presentation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Coding Questions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BT21MEC008 Saurabh Kumar Jha</cp:lastModifiedBy>
  <cp:revision>3</cp:revision>
  <dcterms:created xsi:type="dcterms:W3CDTF">2025-07-23T00:59:00Z</dcterms:created>
  <dcterms:modified xsi:type="dcterms:W3CDTF">2026-01-04T13:30:53Z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7E0B5F949F124423AAF244E182530D63_11</vt:lpwstr>
  </property>
  <property fmtid="{D5CDD505-2E9C-101B-9397-08002B2CF9AE}" pid="3" name="KSOProductBuildVer">
    <vt:lpwstr>1033-12.2.0.23196</vt:lpwstr>
  </property>
</Properties>
</file>